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Flounder-Net: Efficient Crowd Counting via Feature Map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Addresses the challenge of real-time crowd counting from aerial imagery.</a:t>
            </a:r>
          </a:p>
          <a:p>
            <a:pPr/>
            <a:r>
              <a:t>Introduces Flounder-Net, leveraging feature map expansion for efficiency.</a:t>
            </a:r>
          </a:p>
          <a:p>
            <a:pPr/>
            <a:r>
              <a:t>Aims for deployment on FPGA and ASIC to achieve real-time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Flounder-Net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Employs an expanding rate of E = 3 at the second convolution stage.</a:t>
            </a:r>
          </a:p>
          <a:p>
            <a:pPr/>
            <a:r>
              <a:t>Architecture builds upon existing methods like Reverse Perspective Network (Yang et al., 2020).</a:t>
            </a:r>
          </a:p>
          <a:p>
            <a:pPr/>
            <a:r>
              <a:t>Inspired by approaches like Adcrowdnet (Liu et al.) and Space-Time Multi-Scale Attention Network (Fang et al.).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supported by National Natural Science Foundation of China (61672544, 61702566).</a:t>
            </a:r>
          </a:p>
          <a:p>
            <a:pPr/>
            <a:r>
              <a:t>Acknowledges ZEROTECH (Beijing) for dataset and drone deployment assistance.</a:t>
            </a:r>
          </a:p>
          <a:p>
            <a:pPr/>
            <a:r>
              <a:t>Authors: Jingyu Chen, Shengjie Xiu, Xiang Chen, Hao Guo, Xiaohua Xie.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Builds upon existing methods like Reverse Perspective Network (Yang et al., 82–89).</a:t>
            </a:r>
          </a:p>
          <a:p>
            <a:pPr/>
            <a:r>
              <a:t>Inspired by approaches like Adcrowdnet (Liu et al.) and Space-Time Multi-Scale Attention Network (Fang et al.).</a:t>
            </a:r>
          </a:p>
          <a:p>
            <a:pPr/>
            <a:r>
              <a:t>Considers CNN-based cascaded multi-task learning (Sindagi &amp; Patel, 2017).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